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kas Arzl" userId="aca215abf0e15ba1" providerId="LiveId" clId="{3A5314DA-A846-4B75-8878-F193A37DFA94}"/>
    <pc:docChg chg="undo custSel delSld modSld">
      <pc:chgData name="Lukas Arzl" userId="aca215abf0e15ba1" providerId="LiveId" clId="{3A5314DA-A846-4B75-8878-F193A37DFA94}" dt="2026-01-30T15:45:19.333" v="22" actId="20577"/>
      <pc:docMkLst>
        <pc:docMk/>
      </pc:docMkLst>
      <pc:sldChg chg="addSp modSp mod setBg">
        <pc:chgData name="Lukas Arzl" userId="aca215abf0e15ba1" providerId="LiveId" clId="{3A5314DA-A846-4B75-8878-F193A37DFA94}" dt="2026-01-30T15:45:19.333" v="22" actId="20577"/>
        <pc:sldMkLst>
          <pc:docMk/>
          <pc:sldMk cId="0" sldId="256"/>
        </pc:sldMkLst>
        <pc:spChg chg="mod">
          <ac:chgData name="Lukas Arzl" userId="aca215abf0e15ba1" providerId="LiveId" clId="{3A5314DA-A846-4B75-8878-F193A37DFA94}" dt="2026-01-30T15:44:14.040" v="6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Lukas Arzl" userId="aca215abf0e15ba1" providerId="LiveId" clId="{3A5314DA-A846-4B75-8878-F193A37DFA94}" dt="2026-01-30T15:45:19.333" v="22" actId="20577"/>
          <ac:spMkLst>
            <pc:docMk/>
            <pc:sldMk cId="0" sldId="256"/>
            <ac:spMk id="3" creationId="{00000000-0000-0000-0000-000000000000}"/>
          </ac:spMkLst>
        </pc:spChg>
        <pc:spChg chg="add">
          <ac:chgData name="Lukas Arzl" userId="aca215abf0e15ba1" providerId="LiveId" clId="{3A5314DA-A846-4B75-8878-F193A37DFA94}" dt="2026-01-30T15:44:14.040" v="6" actId="26606"/>
          <ac:spMkLst>
            <pc:docMk/>
            <pc:sldMk cId="0" sldId="256"/>
            <ac:spMk id="10" creationId="{65219498-D544-41AC-98FE-8F956EF66A62}"/>
          </ac:spMkLst>
        </pc:spChg>
        <pc:spChg chg="add">
          <ac:chgData name="Lukas Arzl" userId="aca215abf0e15ba1" providerId="LiveId" clId="{3A5314DA-A846-4B75-8878-F193A37DFA94}" dt="2026-01-30T15:44:14.040" v="6" actId="26606"/>
          <ac:spMkLst>
            <pc:docMk/>
            <pc:sldMk cId="0" sldId="256"/>
            <ac:spMk id="12" creationId="{F500DBFC-17A9-4E0A-AEE2-A49F9AEEF0FD}"/>
          </ac:spMkLst>
        </pc:spChg>
        <pc:grpChg chg="add">
          <ac:chgData name="Lukas Arzl" userId="aca215abf0e15ba1" providerId="LiveId" clId="{3A5314DA-A846-4B75-8878-F193A37DFA94}" dt="2026-01-30T15:44:14.040" v="6" actId="26606"/>
          <ac:grpSpMkLst>
            <pc:docMk/>
            <pc:sldMk cId="0" sldId="256"/>
            <ac:grpSpMk id="14" creationId="{D74613BB-817C-4C4F-8A24-4936F2F064C0}"/>
          </ac:grpSpMkLst>
        </pc:grpChg>
        <pc:picChg chg="add">
          <ac:chgData name="Lukas Arzl" userId="aca215abf0e15ba1" providerId="LiveId" clId="{3A5314DA-A846-4B75-8878-F193A37DFA94}" dt="2026-01-30T15:44:14.040" v="6" actId="26606"/>
          <ac:picMkLst>
            <pc:docMk/>
            <pc:sldMk cId="0" sldId="256"/>
            <ac:picMk id="7" creationId="{15A6A90A-AFCF-122B-7DA3-A5A47AF0ED39}"/>
          </ac:picMkLst>
        </pc:picChg>
      </pc:sldChg>
      <pc:sldChg chg="addSp modSp mod setBg">
        <pc:chgData name="Lukas Arzl" userId="aca215abf0e15ba1" providerId="LiveId" clId="{3A5314DA-A846-4B75-8878-F193A37DFA94}" dt="2026-01-30T15:44:18.831" v="7" actId="26606"/>
        <pc:sldMkLst>
          <pc:docMk/>
          <pc:sldMk cId="0" sldId="257"/>
        </pc:sldMkLst>
        <pc:spChg chg="mod">
          <ac:chgData name="Lukas Arzl" userId="aca215abf0e15ba1" providerId="LiveId" clId="{3A5314DA-A846-4B75-8878-F193A37DFA94}" dt="2026-01-30T15:44:18.831" v="7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Lukas Arzl" userId="aca215abf0e15ba1" providerId="LiveId" clId="{3A5314DA-A846-4B75-8878-F193A37DFA94}" dt="2026-01-30T15:44:18.831" v="7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Lukas Arzl" userId="aca215abf0e15ba1" providerId="LiveId" clId="{3A5314DA-A846-4B75-8878-F193A37DFA94}" dt="2026-01-30T15:44:18.831" v="7" actId="26606"/>
          <ac:spMkLst>
            <pc:docMk/>
            <pc:sldMk cId="0" sldId="257"/>
            <ac:spMk id="8" creationId="{18873D23-2DCF-4B31-A009-95721C06E8E1}"/>
          </ac:spMkLst>
        </pc:spChg>
        <pc:spChg chg="add">
          <ac:chgData name="Lukas Arzl" userId="aca215abf0e15ba1" providerId="LiveId" clId="{3A5314DA-A846-4B75-8878-F193A37DFA94}" dt="2026-01-30T15:44:18.831" v="7" actId="26606"/>
          <ac:spMkLst>
            <pc:docMk/>
            <pc:sldMk cId="0" sldId="257"/>
            <ac:spMk id="10" creationId="{C13EF075-D4EF-4929-ADBC-91B27DA19955}"/>
          </ac:spMkLst>
        </pc:spChg>
        <pc:grpChg chg="add">
          <ac:chgData name="Lukas Arzl" userId="aca215abf0e15ba1" providerId="LiveId" clId="{3A5314DA-A846-4B75-8878-F193A37DFA94}" dt="2026-01-30T15:44:18.831" v="7" actId="26606"/>
          <ac:grpSpMkLst>
            <pc:docMk/>
            <pc:sldMk cId="0" sldId="257"/>
            <ac:grpSpMk id="12" creationId="{DAA26DFA-AAB2-4973-9C17-16D587C7B198}"/>
          </ac:grpSpMkLst>
        </pc:grpChg>
      </pc:sldChg>
      <pc:sldChg chg="addSp modSp mod setBg">
        <pc:chgData name="Lukas Arzl" userId="aca215abf0e15ba1" providerId="LiveId" clId="{3A5314DA-A846-4B75-8878-F193A37DFA94}" dt="2026-01-30T15:44:22.713" v="8" actId="26606"/>
        <pc:sldMkLst>
          <pc:docMk/>
          <pc:sldMk cId="0" sldId="258"/>
        </pc:sldMkLst>
        <pc:spChg chg="mod">
          <ac:chgData name="Lukas Arzl" userId="aca215abf0e15ba1" providerId="LiveId" clId="{3A5314DA-A846-4B75-8878-F193A37DFA94}" dt="2026-01-30T15:44:22.713" v="8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Lukas Arzl" userId="aca215abf0e15ba1" providerId="LiveId" clId="{3A5314DA-A846-4B75-8878-F193A37DFA94}" dt="2026-01-30T15:44:22.713" v="8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Lukas Arzl" userId="aca215abf0e15ba1" providerId="LiveId" clId="{3A5314DA-A846-4B75-8878-F193A37DFA94}" dt="2026-01-30T15:44:22.713" v="8" actId="26606"/>
          <ac:spMkLst>
            <pc:docMk/>
            <pc:sldMk cId="0" sldId="258"/>
            <ac:spMk id="8" creationId="{87BF42CA-AD55-48B4-8949-C4DCA60A6AEE}"/>
          </ac:spMkLst>
        </pc:spChg>
        <pc:spChg chg="add">
          <ac:chgData name="Lukas Arzl" userId="aca215abf0e15ba1" providerId="LiveId" clId="{3A5314DA-A846-4B75-8878-F193A37DFA94}" dt="2026-01-30T15:44:22.713" v="8" actId="26606"/>
          <ac:spMkLst>
            <pc:docMk/>
            <pc:sldMk cId="0" sldId="258"/>
            <ac:spMk id="10" creationId="{66AE1D3D-3106-4CB2-AA7C-0C1642AC0F2E}"/>
          </ac:spMkLst>
        </pc:spChg>
        <pc:grpChg chg="add">
          <ac:chgData name="Lukas Arzl" userId="aca215abf0e15ba1" providerId="LiveId" clId="{3A5314DA-A846-4B75-8878-F193A37DFA94}" dt="2026-01-30T15:44:22.713" v="8" actId="26606"/>
          <ac:grpSpMkLst>
            <pc:docMk/>
            <pc:sldMk cId="0" sldId="258"/>
            <ac:grpSpMk id="12" creationId="{0A31B6AF-B711-4CDB-8C2B-16E963DDC4C5}"/>
          </ac:grpSpMkLst>
        </pc:grpChg>
      </pc:sldChg>
      <pc:sldChg chg="addSp modSp mod setBg">
        <pc:chgData name="Lukas Arzl" userId="aca215abf0e15ba1" providerId="LiveId" clId="{3A5314DA-A846-4B75-8878-F193A37DFA94}" dt="2026-01-30T15:44:28.221" v="9" actId="26606"/>
        <pc:sldMkLst>
          <pc:docMk/>
          <pc:sldMk cId="0" sldId="259"/>
        </pc:sldMkLst>
        <pc:spChg chg="mod">
          <ac:chgData name="Lukas Arzl" userId="aca215abf0e15ba1" providerId="LiveId" clId="{3A5314DA-A846-4B75-8878-F193A37DFA94}" dt="2026-01-30T15:44:28.221" v="9" actId="26606"/>
          <ac:spMkLst>
            <pc:docMk/>
            <pc:sldMk cId="0" sldId="259"/>
            <ac:spMk id="2" creationId="{00000000-0000-0000-0000-000000000000}"/>
          </ac:spMkLst>
        </pc:spChg>
        <pc:spChg chg="mod">
          <ac:chgData name="Lukas Arzl" userId="aca215abf0e15ba1" providerId="LiveId" clId="{3A5314DA-A846-4B75-8878-F193A37DFA94}" dt="2026-01-30T15:44:28.221" v="9" actId="26606"/>
          <ac:spMkLst>
            <pc:docMk/>
            <pc:sldMk cId="0" sldId="259"/>
            <ac:spMk id="3" creationId="{00000000-0000-0000-0000-000000000000}"/>
          </ac:spMkLst>
        </pc:spChg>
        <pc:spChg chg="add">
          <ac:chgData name="Lukas Arzl" userId="aca215abf0e15ba1" providerId="LiveId" clId="{3A5314DA-A846-4B75-8878-F193A37DFA94}" dt="2026-01-30T15:44:28.221" v="9" actId="26606"/>
          <ac:spMkLst>
            <pc:docMk/>
            <pc:sldMk cId="0" sldId="259"/>
            <ac:spMk id="8" creationId="{18873D23-2DCF-4B31-A009-95721C06E8E1}"/>
          </ac:spMkLst>
        </pc:spChg>
        <pc:spChg chg="add">
          <ac:chgData name="Lukas Arzl" userId="aca215abf0e15ba1" providerId="LiveId" clId="{3A5314DA-A846-4B75-8878-F193A37DFA94}" dt="2026-01-30T15:44:28.221" v="9" actId="26606"/>
          <ac:spMkLst>
            <pc:docMk/>
            <pc:sldMk cId="0" sldId="259"/>
            <ac:spMk id="10" creationId="{C13EF075-D4EF-4929-ADBC-91B27DA19955}"/>
          </ac:spMkLst>
        </pc:spChg>
        <pc:grpChg chg="add">
          <ac:chgData name="Lukas Arzl" userId="aca215abf0e15ba1" providerId="LiveId" clId="{3A5314DA-A846-4B75-8878-F193A37DFA94}" dt="2026-01-30T15:44:28.221" v="9" actId="26606"/>
          <ac:grpSpMkLst>
            <pc:docMk/>
            <pc:sldMk cId="0" sldId="259"/>
            <ac:grpSpMk id="12" creationId="{DAA26DFA-AAB2-4973-9C17-16D587C7B198}"/>
          </ac:grpSpMkLst>
        </pc:grpChg>
      </pc:sldChg>
      <pc:sldChg chg="addSp modSp mod setBg">
        <pc:chgData name="Lukas Arzl" userId="aca215abf0e15ba1" providerId="LiveId" clId="{3A5314DA-A846-4B75-8878-F193A37DFA94}" dt="2026-01-30T15:44:31.270" v="10" actId="26606"/>
        <pc:sldMkLst>
          <pc:docMk/>
          <pc:sldMk cId="0" sldId="260"/>
        </pc:sldMkLst>
        <pc:spChg chg="mod">
          <ac:chgData name="Lukas Arzl" userId="aca215abf0e15ba1" providerId="LiveId" clId="{3A5314DA-A846-4B75-8878-F193A37DFA94}" dt="2026-01-30T15:44:31.270" v="10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Lukas Arzl" userId="aca215abf0e15ba1" providerId="LiveId" clId="{3A5314DA-A846-4B75-8878-F193A37DFA94}" dt="2026-01-30T15:44:31.270" v="10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Lukas Arzl" userId="aca215abf0e15ba1" providerId="LiveId" clId="{3A5314DA-A846-4B75-8878-F193A37DFA94}" dt="2026-01-30T15:44:31.270" v="10" actId="26606"/>
          <ac:spMkLst>
            <pc:docMk/>
            <pc:sldMk cId="0" sldId="260"/>
            <ac:spMk id="8" creationId="{889C5E17-24D0-4696-A3C5-A2261FB455FA}"/>
          </ac:spMkLst>
        </pc:spChg>
        <pc:spChg chg="add">
          <ac:chgData name="Lukas Arzl" userId="aca215abf0e15ba1" providerId="LiveId" clId="{3A5314DA-A846-4B75-8878-F193A37DFA94}" dt="2026-01-30T15:44:31.270" v="10" actId="26606"/>
          <ac:spMkLst>
            <pc:docMk/>
            <pc:sldMk cId="0" sldId="260"/>
            <ac:spMk id="10" creationId="{6929B58F-2358-44CC-ACE5-EF1BD3C6C824}"/>
          </ac:spMkLst>
        </pc:spChg>
        <pc:grpChg chg="add">
          <ac:chgData name="Lukas Arzl" userId="aca215abf0e15ba1" providerId="LiveId" clId="{3A5314DA-A846-4B75-8878-F193A37DFA94}" dt="2026-01-30T15:44:31.270" v="10" actId="26606"/>
          <ac:grpSpMkLst>
            <pc:docMk/>
            <pc:sldMk cId="0" sldId="260"/>
            <ac:grpSpMk id="12" creationId="{09DA5303-A1AF-4830-806C-51FCD96188B7}"/>
          </ac:grpSpMkLst>
        </pc:grpChg>
      </pc:sldChg>
      <pc:sldChg chg="addSp delSp modSp mod setBg">
        <pc:chgData name="Lukas Arzl" userId="aca215abf0e15ba1" providerId="LiveId" clId="{3A5314DA-A846-4B75-8878-F193A37DFA94}" dt="2026-01-30T15:44:36.781" v="13" actId="26606"/>
        <pc:sldMkLst>
          <pc:docMk/>
          <pc:sldMk cId="0" sldId="261"/>
        </pc:sldMkLst>
        <pc:spChg chg="mod">
          <ac:chgData name="Lukas Arzl" userId="aca215abf0e15ba1" providerId="LiveId" clId="{3A5314DA-A846-4B75-8878-F193A37DFA94}" dt="2026-01-30T15:44:36.781" v="13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Lukas Arzl" userId="aca215abf0e15ba1" providerId="LiveId" clId="{3A5314DA-A846-4B75-8878-F193A37DFA94}" dt="2026-01-30T15:44:36.781" v="13" actId="26606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Lukas Arzl" userId="aca215abf0e15ba1" providerId="LiveId" clId="{3A5314DA-A846-4B75-8878-F193A37DFA94}" dt="2026-01-30T15:44:36.771" v="12" actId="26606"/>
          <ac:spMkLst>
            <pc:docMk/>
            <pc:sldMk cId="0" sldId="261"/>
            <ac:spMk id="8" creationId="{D038248A-211C-4EEC-8401-C761B929FB52}"/>
          </ac:spMkLst>
        </pc:spChg>
        <pc:spChg chg="add del">
          <ac:chgData name="Lukas Arzl" userId="aca215abf0e15ba1" providerId="LiveId" clId="{3A5314DA-A846-4B75-8878-F193A37DFA94}" dt="2026-01-30T15:44:36.771" v="12" actId="26606"/>
          <ac:spMkLst>
            <pc:docMk/>
            <pc:sldMk cId="0" sldId="261"/>
            <ac:spMk id="10" creationId="{C30A849F-66D9-40C8-BEC8-35AFF8F4568F}"/>
          </ac:spMkLst>
        </pc:spChg>
        <pc:spChg chg="add">
          <ac:chgData name="Lukas Arzl" userId="aca215abf0e15ba1" providerId="LiveId" clId="{3A5314DA-A846-4B75-8878-F193A37DFA94}" dt="2026-01-30T15:44:36.781" v="13" actId="26606"/>
          <ac:spMkLst>
            <pc:docMk/>
            <pc:sldMk cId="0" sldId="261"/>
            <ac:spMk id="24" creationId="{18873D23-2DCF-4B31-A009-95721C06E8E1}"/>
          </ac:spMkLst>
        </pc:spChg>
        <pc:spChg chg="add">
          <ac:chgData name="Lukas Arzl" userId="aca215abf0e15ba1" providerId="LiveId" clId="{3A5314DA-A846-4B75-8878-F193A37DFA94}" dt="2026-01-30T15:44:36.781" v="13" actId="26606"/>
          <ac:spMkLst>
            <pc:docMk/>
            <pc:sldMk cId="0" sldId="261"/>
            <ac:spMk id="25" creationId="{C13EF075-D4EF-4929-ADBC-91B27DA19955}"/>
          </ac:spMkLst>
        </pc:spChg>
        <pc:grpChg chg="add del">
          <ac:chgData name="Lukas Arzl" userId="aca215abf0e15ba1" providerId="LiveId" clId="{3A5314DA-A846-4B75-8878-F193A37DFA94}" dt="2026-01-30T15:44:36.771" v="12" actId="26606"/>
          <ac:grpSpMkLst>
            <pc:docMk/>
            <pc:sldMk cId="0" sldId="261"/>
            <ac:grpSpMk id="12" creationId="{04542298-A2B1-480F-A11C-A40EDD19B857}"/>
          </ac:grpSpMkLst>
        </pc:grpChg>
        <pc:grpChg chg="add del">
          <ac:chgData name="Lukas Arzl" userId="aca215abf0e15ba1" providerId="LiveId" clId="{3A5314DA-A846-4B75-8878-F193A37DFA94}" dt="2026-01-30T15:44:36.771" v="12" actId="26606"/>
          <ac:grpSpMkLst>
            <pc:docMk/>
            <pc:sldMk cId="0" sldId="261"/>
            <ac:grpSpMk id="18" creationId="{2A5C9C35-2375-49EB-B99C-17C87D42FE7C}"/>
          </ac:grpSpMkLst>
        </pc:grpChg>
        <pc:grpChg chg="add">
          <ac:chgData name="Lukas Arzl" userId="aca215abf0e15ba1" providerId="LiveId" clId="{3A5314DA-A846-4B75-8878-F193A37DFA94}" dt="2026-01-30T15:44:36.781" v="13" actId="26606"/>
          <ac:grpSpMkLst>
            <pc:docMk/>
            <pc:sldMk cId="0" sldId="261"/>
            <ac:grpSpMk id="26" creationId="{DAA26DFA-AAB2-4973-9C17-16D587C7B198}"/>
          </ac:grpSpMkLst>
        </pc:grpChg>
      </pc:sldChg>
      <pc:sldChg chg="addSp modSp mod setBg">
        <pc:chgData name="Lukas Arzl" userId="aca215abf0e15ba1" providerId="LiveId" clId="{3A5314DA-A846-4B75-8878-F193A37DFA94}" dt="2026-01-30T15:44:42.949" v="14" actId="26606"/>
        <pc:sldMkLst>
          <pc:docMk/>
          <pc:sldMk cId="0" sldId="262"/>
        </pc:sldMkLst>
        <pc:spChg chg="mod">
          <ac:chgData name="Lukas Arzl" userId="aca215abf0e15ba1" providerId="LiveId" clId="{3A5314DA-A846-4B75-8878-F193A37DFA94}" dt="2026-01-30T15:44:42.949" v="14" actId="26606"/>
          <ac:spMkLst>
            <pc:docMk/>
            <pc:sldMk cId="0" sldId="262"/>
            <ac:spMk id="2" creationId="{00000000-0000-0000-0000-000000000000}"/>
          </ac:spMkLst>
        </pc:spChg>
        <pc:spChg chg="mod">
          <ac:chgData name="Lukas Arzl" userId="aca215abf0e15ba1" providerId="LiveId" clId="{3A5314DA-A846-4B75-8878-F193A37DFA94}" dt="2026-01-30T15:44:42.949" v="14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Lukas Arzl" userId="aca215abf0e15ba1" providerId="LiveId" clId="{3A5314DA-A846-4B75-8878-F193A37DFA94}" dt="2026-01-30T15:44:42.949" v="14" actId="26606"/>
          <ac:spMkLst>
            <pc:docMk/>
            <pc:sldMk cId="0" sldId="262"/>
            <ac:spMk id="8" creationId="{18873D23-2DCF-4B31-A009-95721C06E8E1}"/>
          </ac:spMkLst>
        </pc:spChg>
        <pc:spChg chg="add">
          <ac:chgData name="Lukas Arzl" userId="aca215abf0e15ba1" providerId="LiveId" clId="{3A5314DA-A846-4B75-8878-F193A37DFA94}" dt="2026-01-30T15:44:42.949" v="14" actId="26606"/>
          <ac:spMkLst>
            <pc:docMk/>
            <pc:sldMk cId="0" sldId="262"/>
            <ac:spMk id="10" creationId="{C13EF075-D4EF-4929-ADBC-91B27DA19955}"/>
          </ac:spMkLst>
        </pc:spChg>
        <pc:grpChg chg="add">
          <ac:chgData name="Lukas Arzl" userId="aca215abf0e15ba1" providerId="LiveId" clId="{3A5314DA-A846-4B75-8878-F193A37DFA94}" dt="2026-01-30T15:44:42.949" v="14" actId="26606"/>
          <ac:grpSpMkLst>
            <pc:docMk/>
            <pc:sldMk cId="0" sldId="262"/>
            <ac:grpSpMk id="12" creationId="{DAA26DFA-AAB2-4973-9C17-16D587C7B198}"/>
          </ac:grpSpMkLst>
        </pc:grpChg>
      </pc:sldChg>
      <pc:sldChg chg="addSp delSp modSp mod setBg">
        <pc:chgData name="Lukas Arzl" userId="aca215abf0e15ba1" providerId="LiveId" clId="{3A5314DA-A846-4B75-8878-F193A37DFA94}" dt="2026-01-30T15:44:48.709" v="19" actId="26606"/>
        <pc:sldMkLst>
          <pc:docMk/>
          <pc:sldMk cId="0" sldId="263"/>
        </pc:sldMkLst>
        <pc:spChg chg="mod">
          <ac:chgData name="Lukas Arzl" userId="aca215abf0e15ba1" providerId="LiveId" clId="{3A5314DA-A846-4B75-8878-F193A37DFA94}" dt="2026-01-30T15:44:48.709" v="19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Lukas Arzl" userId="aca215abf0e15ba1" providerId="LiveId" clId="{3A5314DA-A846-4B75-8878-F193A37DFA94}" dt="2026-01-30T15:44:48.709" v="19" actId="26606"/>
          <ac:spMkLst>
            <pc:docMk/>
            <pc:sldMk cId="0" sldId="263"/>
            <ac:spMk id="3" creationId="{00000000-0000-0000-0000-000000000000}"/>
          </ac:spMkLst>
        </pc:spChg>
        <pc:spChg chg="add del">
          <ac:chgData name="Lukas Arzl" userId="aca215abf0e15ba1" providerId="LiveId" clId="{3A5314DA-A846-4B75-8878-F193A37DFA94}" dt="2026-01-30T15:44:46.398" v="16" actId="26606"/>
          <ac:spMkLst>
            <pc:docMk/>
            <pc:sldMk cId="0" sldId="263"/>
            <ac:spMk id="8" creationId="{17718681-A12E-49D6-9925-DD7C68176D61}"/>
          </ac:spMkLst>
        </pc:spChg>
        <pc:spChg chg="add del">
          <ac:chgData name="Lukas Arzl" userId="aca215abf0e15ba1" providerId="LiveId" clId="{3A5314DA-A846-4B75-8878-F193A37DFA94}" dt="2026-01-30T15:44:46.398" v="16" actId="26606"/>
          <ac:spMkLst>
            <pc:docMk/>
            <pc:sldMk cId="0" sldId="263"/>
            <ac:spMk id="10" creationId="{FBD77573-9EF2-4C35-8285-A1CF6FBB0EA5}"/>
          </ac:spMkLst>
        </pc:spChg>
        <pc:spChg chg="add del">
          <ac:chgData name="Lukas Arzl" userId="aca215abf0e15ba1" providerId="LiveId" clId="{3A5314DA-A846-4B75-8878-F193A37DFA94}" dt="2026-01-30T15:44:48.697" v="18" actId="26606"/>
          <ac:spMkLst>
            <pc:docMk/>
            <pc:sldMk cId="0" sldId="263"/>
            <ac:spMk id="17" creationId="{18873D23-2DCF-4B31-A009-95721C06E8E1}"/>
          </ac:spMkLst>
        </pc:spChg>
        <pc:spChg chg="add del">
          <ac:chgData name="Lukas Arzl" userId="aca215abf0e15ba1" providerId="LiveId" clId="{3A5314DA-A846-4B75-8878-F193A37DFA94}" dt="2026-01-30T15:44:48.697" v="18" actId="26606"/>
          <ac:spMkLst>
            <pc:docMk/>
            <pc:sldMk cId="0" sldId="263"/>
            <ac:spMk id="18" creationId="{C13EF075-D4EF-4929-ADBC-91B27DA19955}"/>
          </ac:spMkLst>
        </pc:spChg>
        <pc:spChg chg="add">
          <ac:chgData name="Lukas Arzl" userId="aca215abf0e15ba1" providerId="LiveId" clId="{3A5314DA-A846-4B75-8878-F193A37DFA94}" dt="2026-01-30T15:44:48.709" v="19" actId="26606"/>
          <ac:spMkLst>
            <pc:docMk/>
            <pc:sldMk cId="0" sldId="263"/>
            <ac:spMk id="20" creationId="{87BF42CA-AD55-48B4-8949-C4DCA60A6AEE}"/>
          </ac:spMkLst>
        </pc:spChg>
        <pc:spChg chg="add">
          <ac:chgData name="Lukas Arzl" userId="aca215abf0e15ba1" providerId="LiveId" clId="{3A5314DA-A846-4B75-8878-F193A37DFA94}" dt="2026-01-30T15:44:48.709" v="19" actId="26606"/>
          <ac:spMkLst>
            <pc:docMk/>
            <pc:sldMk cId="0" sldId="263"/>
            <ac:spMk id="21" creationId="{66AE1D3D-3106-4CB2-AA7C-0C1642AC0F2E}"/>
          </ac:spMkLst>
        </pc:spChg>
        <pc:grpChg chg="add del">
          <ac:chgData name="Lukas Arzl" userId="aca215abf0e15ba1" providerId="LiveId" clId="{3A5314DA-A846-4B75-8878-F193A37DFA94}" dt="2026-01-30T15:44:48.697" v="18" actId="26606"/>
          <ac:grpSpMkLst>
            <pc:docMk/>
            <pc:sldMk cId="0" sldId="263"/>
            <ac:grpSpMk id="12" creationId="{DAA26DFA-AAB2-4973-9C17-16D587C7B198}"/>
          </ac:grpSpMkLst>
        </pc:grpChg>
        <pc:grpChg chg="add">
          <ac:chgData name="Lukas Arzl" userId="aca215abf0e15ba1" providerId="LiveId" clId="{3A5314DA-A846-4B75-8878-F193A37DFA94}" dt="2026-01-30T15:44:48.709" v="19" actId="26606"/>
          <ac:grpSpMkLst>
            <pc:docMk/>
            <pc:sldMk cId="0" sldId="263"/>
            <ac:grpSpMk id="22" creationId="{0A31B6AF-B711-4CDB-8C2B-16E963DDC4C5}"/>
          </ac:grpSpMkLst>
        </pc:grpChg>
      </pc:sldChg>
      <pc:sldChg chg="del">
        <pc:chgData name="Lukas Arzl" userId="aca215abf0e15ba1" providerId="LiveId" clId="{3A5314DA-A846-4B75-8878-F193A37DFA94}" dt="2026-01-30T15:39:46.309" v="0" actId="2696"/>
        <pc:sldMkLst>
          <pc:docMk/>
          <pc:sldMk cId="0" sldId="264"/>
        </pc:sldMkLst>
      </pc:sldChg>
      <pc:sldChg chg="addSp modSp mod setBg">
        <pc:chgData name="Lukas Arzl" userId="aca215abf0e15ba1" providerId="LiveId" clId="{3A5314DA-A846-4B75-8878-F193A37DFA94}" dt="2026-01-30T15:44:52.517" v="20" actId="26606"/>
        <pc:sldMkLst>
          <pc:docMk/>
          <pc:sldMk cId="0" sldId="265"/>
        </pc:sldMkLst>
        <pc:spChg chg="mod">
          <ac:chgData name="Lukas Arzl" userId="aca215abf0e15ba1" providerId="LiveId" clId="{3A5314DA-A846-4B75-8878-F193A37DFA94}" dt="2026-01-30T15:44:52.517" v="20" actId="26606"/>
          <ac:spMkLst>
            <pc:docMk/>
            <pc:sldMk cId="0" sldId="265"/>
            <ac:spMk id="2" creationId="{00000000-0000-0000-0000-000000000000}"/>
          </ac:spMkLst>
        </pc:spChg>
        <pc:spChg chg="mod">
          <ac:chgData name="Lukas Arzl" userId="aca215abf0e15ba1" providerId="LiveId" clId="{3A5314DA-A846-4B75-8878-F193A37DFA94}" dt="2026-01-30T15:44:52.517" v="20" actId="26606"/>
          <ac:spMkLst>
            <pc:docMk/>
            <pc:sldMk cId="0" sldId="265"/>
            <ac:spMk id="3" creationId="{00000000-0000-0000-0000-000000000000}"/>
          </ac:spMkLst>
        </pc:spChg>
        <pc:spChg chg="add">
          <ac:chgData name="Lukas Arzl" userId="aca215abf0e15ba1" providerId="LiveId" clId="{3A5314DA-A846-4B75-8878-F193A37DFA94}" dt="2026-01-30T15:44:52.517" v="20" actId="26606"/>
          <ac:spMkLst>
            <pc:docMk/>
            <pc:sldMk cId="0" sldId="265"/>
            <ac:spMk id="8" creationId="{D038248A-211C-4EEC-8401-C761B929FB52}"/>
          </ac:spMkLst>
        </pc:spChg>
        <pc:spChg chg="add">
          <ac:chgData name="Lukas Arzl" userId="aca215abf0e15ba1" providerId="LiveId" clId="{3A5314DA-A846-4B75-8878-F193A37DFA94}" dt="2026-01-30T15:44:52.517" v="20" actId="26606"/>
          <ac:spMkLst>
            <pc:docMk/>
            <pc:sldMk cId="0" sldId="265"/>
            <ac:spMk id="10" creationId="{C30A849F-66D9-40C8-BEC8-35AFF8F4568F}"/>
          </ac:spMkLst>
        </pc:spChg>
        <pc:grpChg chg="add">
          <ac:chgData name="Lukas Arzl" userId="aca215abf0e15ba1" providerId="LiveId" clId="{3A5314DA-A846-4B75-8878-F193A37DFA94}" dt="2026-01-30T15:44:52.517" v="20" actId="26606"/>
          <ac:grpSpMkLst>
            <pc:docMk/>
            <pc:sldMk cId="0" sldId="265"/>
            <ac:grpSpMk id="12" creationId="{04542298-A2B1-480F-A11C-A40EDD19B857}"/>
          </ac:grpSpMkLst>
        </pc:grpChg>
        <pc:grpChg chg="add">
          <ac:chgData name="Lukas Arzl" userId="aca215abf0e15ba1" providerId="LiveId" clId="{3A5314DA-A846-4B75-8878-F193A37DFA94}" dt="2026-01-30T15:44:52.517" v="20" actId="26606"/>
          <ac:grpSpMkLst>
            <pc:docMk/>
            <pc:sldMk cId="0" sldId="265"/>
            <ac:grpSpMk id="18" creationId="{2A5C9C35-2375-49EB-B99C-17C87D42FE7C}"/>
          </ac:grpSpMkLst>
        </pc:grpChg>
      </pc:sldChg>
      <pc:sldChg chg="addSp modSp mod setBg">
        <pc:chgData name="Lukas Arzl" userId="aca215abf0e15ba1" providerId="LiveId" clId="{3A5314DA-A846-4B75-8878-F193A37DFA94}" dt="2026-01-30T15:44:57.773" v="21" actId="26606"/>
        <pc:sldMkLst>
          <pc:docMk/>
          <pc:sldMk cId="0" sldId="266"/>
        </pc:sldMkLst>
        <pc:spChg chg="mod">
          <ac:chgData name="Lukas Arzl" userId="aca215abf0e15ba1" providerId="LiveId" clId="{3A5314DA-A846-4B75-8878-F193A37DFA94}" dt="2026-01-30T15:44:57.773" v="21" actId="26606"/>
          <ac:spMkLst>
            <pc:docMk/>
            <pc:sldMk cId="0" sldId="266"/>
            <ac:spMk id="2" creationId="{00000000-0000-0000-0000-000000000000}"/>
          </ac:spMkLst>
        </pc:spChg>
        <pc:spChg chg="mod">
          <ac:chgData name="Lukas Arzl" userId="aca215abf0e15ba1" providerId="LiveId" clId="{3A5314DA-A846-4B75-8878-F193A37DFA94}" dt="2026-01-30T15:44:57.773" v="21" actId="26606"/>
          <ac:spMkLst>
            <pc:docMk/>
            <pc:sldMk cId="0" sldId="266"/>
            <ac:spMk id="3" creationId="{00000000-0000-0000-0000-000000000000}"/>
          </ac:spMkLst>
        </pc:spChg>
        <pc:spChg chg="add">
          <ac:chgData name="Lukas Arzl" userId="aca215abf0e15ba1" providerId="LiveId" clId="{3A5314DA-A846-4B75-8878-F193A37DFA94}" dt="2026-01-30T15:44:57.773" v="21" actId="26606"/>
          <ac:spMkLst>
            <pc:docMk/>
            <pc:sldMk cId="0" sldId="266"/>
            <ac:spMk id="8" creationId="{D038248A-211C-4EEC-8401-C761B929FB52}"/>
          </ac:spMkLst>
        </pc:spChg>
        <pc:spChg chg="add">
          <ac:chgData name="Lukas Arzl" userId="aca215abf0e15ba1" providerId="LiveId" clId="{3A5314DA-A846-4B75-8878-F193A37DFA94}" dt="2026-01-30T15:44:57.773" v="21" actId="26606"/>
          <ac:spMkLst>
            <pc:docMk/>
            <pc:sldMk cId="0" sldId="266"/>
            <ac:spMk id="10" creationId="{C30A849F-66D9-40C8-BEC8-35AFF8F4568F}"/>
          </ac:spMkLst>
        </pc:spChg>
        <pc:grpChg chg="add">
          <ac:chgData name="Lukas Arzl" userId="aca215abf0e15ba1" providerId="LiveId" clId="{3A5314DA-A846-4B75-8878-F193A37DFA94}" dt="2026-01-30T15:44:57.773" v="21" actId="26606"/>
          <ac:grpSpMkLst>
            <pc:docMk/>
            <pc:sldMk cId="0" sldId="266"/>
            <ac:grpSpMk id="12" creationId="{04542298-A2B1-480F-A11C-A40EDD19B857}"/>
          </ac:grpSpMkLst>
        </pc:grpChg>
        <pc:grpChg chg="add">
          <ac:chgData name="Lukas Arzl" userId="aca215abf0e15ba1" providerId="LiveId" clId="{3A5314DA-A846-4B75-8878-F193A37DFA94}" dt="2026-01-30T15:44:57.773" v="21" actId="26606"/>
          <ac:grpSpMkLst>
            <pc:docMk/>
            <pc:sldMk cId="0" sldId="266"/>
            <ac:grpSpMk id="18" creationId="{2A5C9C35-2375-49EB-B99C-17C87D42FE7C}"/>
          </ac:grpSpMkLst>
        </pc:grpChg>
      </pc:sldChg>
      <pc:sldChg chg="del">
        <pc:chgData name="Lukas Arzl" userId="aca215abf0e15ba1" providerId="LiveId" clId="{3A5314DA-A846-4B75-8878-F193A37DFA94}" dt="2026-01-30T15:40:09.767" v="1" actId="47"/>
        <pc:sldMkLst>
          <pc:docMk/>
          <pc:sldMk cId="0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6667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Kurze Einführung: Projektziel und Demo-Plan.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Erkläre kurz die Motivation und Lernziele.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Zeige Architekturdiagramm (verbale Beschreibung).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Kurz die wichtigsten Topics und Beispiel-Payloads vorlesen.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Erkläre evaluate_cooling() und den MANUAL-Modus.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Screenshots zeigen falls verfügbar; ansonsten UI-Features erläutern.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Erkläre kurz wie man den Broker startet: docker-compose up -d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Tipps zur Behebung kurz anreißen.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Kurzanleitung für Live-Demo, was Zeigen und welche Logs beobachten.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Vorschläge für Weiterentwicklung nennen.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4267832"/>
            <a:ext cx="3604497" cy="1297115"/>
          </a:xfrm>
        </p:spPr>
        <p:txBody>
          <a:bodyPr anchor="t">
            <a:normAutofit/>
          </a:bodyPr>
          <a:lstStyle/>
          <a:p>
            <a:pPr algn="l"/>
            <a:r>
              <a:rPr lang="de-AT" sz="3500">
                <a:solidFill>
                  <a:schemeClr val="tx2"/>
                </a:solidFill>
              </a:rPr>
              <a:t>Smart Factory Light Cell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3504" y="3428999"/>
            <a:ext cx="3604268" cy="838831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de-DE" sz="1400" dirty="0">
                <a:solidFill>
                  <a:schemeClr val="tx2"/>
                </a:solidFill>
              </a:rPr>
              <a:t>Autor: Lukas</a:t>
            </a:r>
          </a:p>
          <a:p>
            <a:pPr algn="l">
              <a:lnSpc>
                <a:spcPct val="90000"/>
              </a:lnSpc>
            </a:pPr>
            <a:r>
              <a:rPr lang="de-DE" sz="1400" dirty="0">
                <a:solidFill>
                  <a:schemeClr val="tx2"/>
                </a:solidFill>
              </a:rPr>
              <a:t>Datum: 2026-01-30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75767" y="52996"/>
            <a:ext cx="4570022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Glühlampe">
            <a:extLst>
              <a:ext uri="{FF2B5EF4-FFF2-40B4-BE49-F238E27FC236}">
                <a16:creationId xmlns:a16="http://schemas.microsoft.com/office/drawing/2014/main" id="{15A6A90A-AFCF-122B-7DA3-A5A47AF0E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6992" y="2216469"/>
            <a:ext cx="3106320" cy="3106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de-AT" sz="3100">
                <a:solidFill>
                  <a:schemeClr val="tx2"/>
                </a:solidFill>
              </a:rPr>
              <a:t>Motivation &amp; Ziele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r>
              <a:rPr lang="de-AT" sz="1600">
                <a:solidFill>
                  <a:schemeClr val="tx2"/>
                </a:solidFill>
              </a:rPr>
              <a:t>Vernetzte Smart-Factory-Zelle als CPS</a:t>
            </a:r>
          </a:p>
          <a:p>
            <a:pPr lvl="1"/>
            <a:r>
              <a:rPr lang="de-AT" sz="1600">
                <a:solidFill>
                  <a:schemeClr val="tx2"/>
                </a:solidFill>
              </a:rPr>
              <a:t>Technische Umsetzung, digitale Modellierung, Versionierung</a:t>
            </a:r>
          </a:p>
          <a:p>
            <a:pPr lvl="1"/>
            <a:r>
              <a:rPr lang="de-AT" sz="1600">
                <a:solidFill>
                  <a:schemeClr val="tx2"/>
                </a:solidFill>
              </a:rPr>
              <a:t>Lernziele: IoT, MQTT, HMI, Docker, Embedded Logik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2" y="0"/>
            <a:ext cx="4235228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2053641"/>
            <a:ext cx="2751870" cy="2760098"/>
          </a:xfrm>
        </p:spPr>
        <p:txBody>
          <a:bodyPr>
            <a:normAutofit/>
          </a:bodyPr>
          <a:lstStyle/>
          <a:p>
            <a:r>
              <a:rPr lang="de-AT" sz="3000">
                <a:solidFill>
                  <a:schemeClr val="tx2"/>
                </a:solidFill>
              </a:rPr>
              <a:t>Systemübersicht / Architektur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801866"/>
            <a:ext cx="3979563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r>
              <a:rPr lang="de-AT" sz="1600">
                <a:solidFill>
                  <a:schemeClr val="tx2"/>
                </a:solidFill>
              </a:rPr>
              <a:t>Komponenten: Sensor Simulator, Controller, Mosquitto Broker, Flutter HMI</a:t>
            </a:r>
          </a:p>
          <a:p>
            <a:pPr lvl="1"/>
            <a:r>
              <a:rPr lang="de-AT" sz="1600">
                <a:solidFill>
                  <a:schemeClr val="tx2"/>
                </a:solidFill>
              </a:rPr>
              <a:t>Kommunikation: MQTT Topics (Telemetry, Command, State)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de-AT" sz="3100">
                <a:solidFill>
                  <a:schemeClr val="tx2"/>
                </a:solidFill>
              </a:rPr>
              <a:t>Datenfluss &amp;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r>
              <a:rPr lang="de-AT" sz="1600">
                <a:solidFill>
                  <a:schemeClr val="tx2"/>
                </a:solidFill>
              </a:rPr>
              <a:t>Telemetry: factory/lightcell/telemetry/temperature</a:t>
            </a:r>
          </a:p>
          <a:p>
            <a:pPr lvl="1"/>
            <a:r>
              <a:rPr lang="de-AT" sz="1600">
                <a:solidFill>
                  <a:schemeClr val="tx2"/>
                </a:solidFill>
              </a:rPr>
              <a:t>Commands: factory/lightcell/command/setpoint, /mode, /cooling</a:t>
            </a:r>
          </a:p>
          <a:p>
            <a:pPr lvl="1"/>
            <a:r>
              <a:rPr lang="de-AT" sz="1600">
                <a:solidFill>
                  <a:schemeClr val="tx2"/>
                </a:solidFill>
              </a:rPr>
              <a:t>State: factory/lightcell/state/cooling</a:t>
            </a:r>
          </a:p>
          <a:p>
            <a:pPr lvl="1"/>
            <a:r>
              <a:rPr lang="de-AT" sz="1600">
                <a:solidFill>
                  <a:schemeClr val="tx2"/>
                </a:solidFill>
              </a:rPr>
              <a:t>Payload-Beispiele: {"temperature": 25.3}, {"cooling_on": true}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1243013"/>
            <a:ext cx="2891790" cy="4371974"/>
          </a:xfrm>
        </p:spPr>
        <p:txBody>
          <a:bodyPr>
            <a:normAutofit/>
          </a:bodyPr>
          <a:lstStyle/>
          <a:p>
            <a:r>
              <a:rPr lang="de-AT" sz="3100">
                <a:solidFill>
                  <a:schemeClr val="tx2"/>
                </a:solidFill>
              </a:rPr>
              <a:t>Python Backend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73011" y="5285"/>
            <a:ext cx="5470989" cy="6858000"/>
            <a:chOff x="4897348" y="-5799"/>
            <a:chExt cx="7294653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4609" y="1032987"/>
            <a:ext cx="3689331" cy="4792027"/>
          </a:xfrm>
        </p:spPr>
        <p:txBody>
          <a:bodyPr anchor="ctr">
            <a:normAutofit/>
          </a:bodyPr>
          <a:lstStyle/>
          <a:p>
            <a:r>
              <a:rPr lang="de-AT" sz="1700">
                <a:solidFill>
                  <a:schemeClr val="tx2"/>
                </a:solidFill>
              </a:rPr>
              <a:t>Sensor Simulator: erzeugt Temperaturwerte, reagiert auf cooling state</a:t>
            </a:r>
          </a:p>
          <a:p>
            <a:pPr lvl="1"/>
            <a:r>
              <a:rPr lang="de-AT" sz="1700">
                <a:solidFill>
                  <a:schemeClr val="tx2"/>
                </a:solidFill>
              </a:rPr>
              <a:t>Controller: verwaltet Setpoint, Mode, Cooling-Logic; empfängt Commands und publiziert State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6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27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de-AT" sz="3100">
                <a:solidFill>
                  <a:schemeClr val="tx2"/>
                </a:solidFill>
              </a:rPr>
              <a:t>Flutter HMI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r>
              <a:rPr lang="de-AT" sz="1600">
                <a:solidFill>
                  <a:schemeClr val="tx2"/>
                </a:solidFill>
              </a:rPr>
              <a:t>Live-Temperaturanzeige, Setpoint-Input, Mode-Auswahl (AUTO/MANUAL)</a:t>
            </a:r>
          </a:p>
          <a:p>
            <a:pPr lvl="1"/>
            <a:r>
              <a:rPr lang="de-AT" sz="1600">
                <a:solidFill>
                  <a:schemeClr val="tx2"/>
                </a:solidFill>
              </a:rPr>
              <a:t>Manueller Schalter für Kühlung (sichtbar in MANUAL)</a:t>
            </a:r>
          </a:p>
          <a:p>
            <a:pPr lvl="1"/>
            <a:r>
              <a:rPr lang="de-AT" sz="1600">
                <a:solidFill>
                  <a:schemeClr val="tx2"/>
                </a:solidFill>
              </a:rPr>
              <a:t>MQTT-Integration mittels mqtt_client Package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de-AT" sz="3100">
                <a:solidFill>
                  <a:schemeClr val="tx2"/>
                </a:solidFill>
              </a:rPr>
              <a:t>Docker &amp; Mosquitto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r>
              <a:rPr lang="de-AT" sz="1600">
                <a:solidFill>
                  <a:schemeClr val="tx2"/>
                </a:solidFill>
              </a:rPr>
              <a:t>Mosquitto in Docker-Compose (Ports: 1883, 9001)</a:t>
            </a:r>
          </a:p>
          <a:p>
            <a:pPr lvl="1"/>
            <a:r>
              <a:rPr lang="de-AT" sz="1600">
                <a:solidFill>
                  <a:schemeClr val="tx2"/>
                </a:solidFill>
              </a:rPr>
              <a:t>Konfig: mosquitto.conf (persistence, websockets, allow_anonymous true für Demo)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2" y="0"/>
            <a:ext cx="4235228" cy="6483075"/>
            <a:chOff x="-19221" y="0"/>
            <a:chExt cx="5646974" cy="6483075"/>
          </a:xfrm>
        </p:grpSpPr>
        <p:sp>
          <p:nvSpPr>
            <p:cNvPr id="2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2053641"/>
            <a:ext cx="2751870" cy="2760098"/>
          </a:xfrm>
        </p:spPr>
        <p:txBody>
          <a:bodyPr>
            <a:normAutofit/>
          </a:bodyPr>
          <a:lstStyle/>
          <a:p>
            <a:r>
              <a:rPr lang="de-AT" sz="3500">
                <a:solidFill>
                  <a:schemeClr val="tx2"/>
                </a:solidFill>
              </a:rPr>
              <a:t>Hindernisse &amp;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801866"/>
            <a:ext cx="3979563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r>
              <a:rPr lang="de-AT" sz="1600">
                <a:solidFill>
                  <a:schemeClr val="tx2"/>
                </a:solidFill>
              </a:rPr>
              <a:t>Firewall / Port-Probleme (Windows)</a:t>
            </a:r>
          </a:p>
          <a:p>
            <a:pPr lvl="1"/>
            <a:r>
              <a:rPr lang="de-AT" sz="1600">
                <a:solidFill>
                  <a:schemeClr val="tx2"/>
                </a:solidFill>
              </a:rPr>
              <a:t>OneDrive Sync kann Dateien sperren</a:t>
            </a:r>
          </a:p>
          <a:p>
            <a:pPr lvl="1"/>
            <a:r>
              <a:rPr lang="de-AT" sz="1600">
                <a:solidFill>
                  <a:schemeClr val="tx2"/>
                </a:solidFill>
              </a:rPr>
              <a:t>MQTT Payload-Inkompatibilitäten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de-AT" sz="3100">
                <a:solidFill>
                  <a:schemeClr val="tx2"/>
                </a:solidFill>
              </a:rPr>
              <a:t>Demo-Ablauf (Live)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/>
          </a:bodyPr>
          <a:lstStyle/>
          <a:p>
            <a:r>
              <a:rPr lang="de-AT" sz="1600">
                <a:solidFill>
                  <a:schemeClr val="tx2"/>
                </a:solidFill>
              </a:rPr>
              <a:t>1) Start Docker (Mosquitto), Sensor-Simulator, Controller, HMI</a:t>
            </a:r>
          </a:p>
          <a:p>
            <a:pPr lvl="1"/>
            <a:r>
              <a:rPr lang="de-AT" sz="1600">
                <a:solidFill>
                  <a:schemeClr val="tx2"/>
                </a:solidFill>
              </a:rPr>
              <a:t>2) Zeige Mode-Wechsel AUTO → MANUAL</a:t>
            </a:r>
          </a:p>
          <a:p>
            <a:pPr lvl="1"/>
            <a:r>
              <a:rPr lang="de-AT" sz="1600">
                <a:solidFill>
                  <a:schemeClr val="tx2"/>
                </a:solidFill>
              </a:rPr>
              <a:t>3) Schalte manuelle Kühlung ein/aus und beobachte Sensor/State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de-AT" sz="3100">
                <a:solidFill>
                  <a:schemeClr val="tx2"/>
                </a:solidFill>
              </a:rPr>
              <a:t>Nächste Schritte &amp; Verbesserungen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/>
          </a:bodyPr>
          <a:lstStyle/>
          <a:p>
            <a:r>
              <a:rPr lang="de-DE" sz="1600">
                <a:solidFill>
                  <a:schemeClr val="tx2"/>
                </a:solidFill>
              </a:rPr>
              <a:t>TLS/Auth für Mosquitto (Produktionsreife)</a:t>
            </a:r>
          </a:p>
          <a:p>
            <a:pPr lvl="1"/>
            <a:r>
              <a:rPr lang="de-DE" sz="1600">
                <a:solidFill>
                  <a:schemeClr val="tx2"/>
                </a:solidFill>
              </a:rPr>
              <a:t>UI Verbesserungen und Hysterese in der Steuerlogik</a:t>
            </a:r>
          </a:p>
          <a:p>
            <a:pPr lvl="1"/>
            <a:r>
              <a:rPr lang="de-DE" sz="1600">
                <a:solidFill>
                  <a:schemeClr val="tx2"/>
                </a:solidFill>
              </a:rPr>
              <a:t>CI-Integration für Smoke-Tests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</Words>
  <Application>Microsoft Office PowerPoint</Application>
  <PresentationFormat>Bildschirmpräsentation (4:3)</PresentationFormat>
  <Paragraphs>47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Smart Factory Light Cell</vt:lpstr>
      <vt:lpstr>Motivation &amp; Ziele</vt:lpstr>
      <vt:lpstr>Systemübersicht / Architektur</vt:lpstr>
      <vt:lpstr>Datenfluss &amp; Topics</vt:lpstr>
      <vt:lpstr>Python Backend</vt:lpstr>
      <vt:lpstr>Flutter HMI</vt:lpstr>
      <vt:lpstr>Docker &amp; Mosquitto</vt:lpstr>
      <vt:lpstr>Hindernisse &amp; Lessons Learned</vt:lpstr>
      <vt:lpstr>Demo-Ablauf (Live)</vt:lpstr>
      <vt:lpstr>Nächste Schritte &amp; Verbesserungen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Lukas Arzl</cp:lastModifiedBy>
  <cp:revision>1</cp:revision>
  <dcterms:created xsi:type="dcterms:W3CDTF">2013-01-27T09:14:16Z</dcterms:created>
  <dcterms:modified xsi:type="dcterms:W3CDTF">2026-01-30T15:45:28Z</dcterms:modified>
  <cp:category/>
</cp:coreProperties>
</file>